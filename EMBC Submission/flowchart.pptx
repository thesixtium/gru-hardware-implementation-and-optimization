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62" d="100"/>
          <a:sy n="62" d="100"/>
        </p:scale>
        <p:origin x="48" y="1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46C34-FE97-B5A3-1828-E7F258DE87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2794FE-517C-237E-DBFB-DC1C98CF95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7608C1-1026-9269-BE44-86C9D9FD4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6894D-0FB1-40E9-8F94-E34E7AEB00BF}" type="datetimeFigureOut">
              <a:rPr lang="en-CA" smtClean="0"/>
              <a:t>2026-01-08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77C6BA-AA7C-8FF2-A1DF-B493BBD59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F971CC-FA9B-E3FC-0220-B1125D1F4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CA6EA-B9DD-48A9-8579-E6E490EB988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94120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FEE01-AC35-21F0-19F1-A2EA2E900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A5D2A-823B-06C6-7343-BF251EC02C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B8CBEC-EC7F-C2C3-9AD9-934673FDA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6894D-0FB1-40E9-8F94-E34E7AEB00BF}" type="datetimeFigureOut">
              <a:rPr lang="en-CA" smtClean="0"/>
              <a:t>2026-01-08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8C7E20-8A34-3735-A507-58F124B95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8C2150-A6C2-74A6-0C07-4B82E75D9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CA6EA-B9DD-48A9-8579-E6E490EB988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51881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35A45-563A-ED8D-59A2-4E2EE821A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D06183-240B-09D3-F01D-26EE48DE4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DCB2B-7BDB-60B0-7F14-67F1A3516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6894D-0FB1-40E9-8F94-E34E7AEB00BF}" type="datetimeFigureOut">
              <a:rPr lang="en-CA" smtClean="0"/>
              <a:t>2026-01-08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1F063-4EA8-EE6E-B172-B8FEED42A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EBE71E-4A6A-08B5-108A-EC6E88E63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CA6EA-B9DD-48A9-8579-E6E490EB988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20513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579FC-1727-F412-E35F-6ACB046F9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FAF7DE-2C30-C7C1-1D1C-A48D53BF17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B84584-8994-E269-15C5-054F4D508F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90D6CA-D88D-1945-3EED-80C9A4F30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6894D-0FB1-40E9-8F94-E34E7AEB00BF}" type="datetimeFigureOut">
              <a:rPr lang="en-CA" smtClean="0"/>
              <a:t>2026-01-08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3644D9-9C38-2FA4-6744-BDAFBD27F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0C6D7A-DCD8-517B-8533-5CAE813E4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CA6EA-B9DD-48A9-8579-E6E490EB988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98234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A0308-EB55-50A2-E362-E0130093A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7125E5-F0DD-8982-B138-79F0D14869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FE26B7-A005-4E4F-A30F-D56AB3F766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155B6B-457D-0E0D-7744-8EE24748F3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9DF751-FA68-0EA8-D3E7-75192C83AF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57B21E-CCCC-331B-2AE1-EB82C4008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6894D-0FB1-40E9-8F94-E34E7AEB00BF}" type="datetimeFigureOut">
              <a:rPr lang="en-CA" smtClean="0"/>
              <a:t>2026-01-08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509329-30D4-3455-A648-3C81FE2CB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CE16D9-8FB1-AD1F-A4C7-D68C612EE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CA6EA-B9DD-48A9-8579-E6E490EB988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44765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25FCD-1F46-397B-19EC-2ED9AAD87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54EAFE-66BD-50B1-CBBF-E4C2D6535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6894D-0FB1-40E9-8F94-E34E7AEB00BF}" type="datetimeFigureOut">
              <a:rPr lang="en-CA" smtClean="0"/>
              <a:t>2026-01-08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7F6C93-F89F-94A4-7577-64CE80B96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9FBD2B-8AC0-6D09-31C3-BF8D1278F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CA6EA-B9DD-48A9-8579-E6E490EB988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06811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8316E0-8DD1-99A1-B01E-4AD057EC4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6894D-0FB1-40E9-8F94-E34E7AEB00BF}" type="datetimeFigureOut">
              <a:rPr lang="en-CA" smtClean="0"/>
              <a:t>2026-01-08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5ECF6D-5CB2-2157-2A44-A734F304A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A77506-C2F5-82B2-887C-47533F0F7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CA6EA-B9DD-48A9-8579-E6E490EB988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20140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F8C7B-8E70-70CA-FBF0-436CC4842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891CA2-20CC-681E-662E-45F6D6F08C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F8F034-3941-4CB8-3046-EB7CE346B0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558670-0B6E-9525-C5FC-A601EDB76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6894D-0FB1-40E9-8F94-E34E7AEB00BF}" type="datetimeFigureOut">
              <a:rPr lang="en-CA" smtClean="0"/>
              <a:t>2026-01-08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CF977B-1AA9-6265-20BC-ABA9DD897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CD53D4-D522-78A3-67A6-5790832A1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CA6EA-B9DD-48A9-8579-E6E490EB988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49657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EFCA7-4A07-5C84-245D-8DA95911D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AB6D23-EF5C-06E7-FAC6-417682C418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91047B-420F-1C14-A9EC-705FFEE343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25543D-874C-847F-1A56-AD1C0467F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6894D-0FB1-40E9-8F94-E34E7AEB00BF}" type="datetimeFigureOut">
              <a:rPr lang="en-CA" smtClean="0"/>
              <a:t>2026-01-08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82F67B-5C4E-7518-8D19-FF35143C0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4CF1FB-6C49-7808-508E-9AF2FA19F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CA6EA-B9DD-48A9-8579-E6E490EB988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45787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41CFD-F6AD-F0EB-6B23-E1DFDD639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E86C41-2344-4E85-7A8C-3A21083814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A94F61-B496-0624-494A-AB50BE02D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6894D-0FB1-40E9-8F94-E34E7AEB00BF}" type="datetimeFigureOut">
              <a:rPr lang="en-CA" smtClean="0"/>
              <a:t>2026-01-08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A0AF75-BC6F-775E-2623-17F23A376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DA3AAD-1938-601A-AAF9-66A94B19B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CA6EA-B9DD-48A9-8579-E6E490EB988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42219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C987DC-C053-7162-9FE8-C829548FFF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450931-F95B-7A4B-E744-4417B38042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F28493-73E3-6FD3-91D1-36C598F1C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6894D-0FB1-40E9-8F94-E34E7AEB00BF}" type="datetimeFigureOut">
              <a:rPr lang="en-CA" smtClean="0"/>
              <a:t>2026-01-08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2C08B9-9C8D-0E07-07CF-D3FA1F4C9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C57C50-2AD2-EC5C-99E1-8BD9D8BD6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CA6EA-B9DD-48A9-8579-E6E490EB988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62896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78A113-F20A-3C33-27D5-ABF7AD89C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26782A-931B-7D2F-ACAF-A51CACE05C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773F51-4BD4-F600-1117-6908BEEAEA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56894D-0FB1-40E9-8F94-E34E7AEB00BF}" type="datetimeFigureOut">
              <a:rPr lang="en-CA" smtClean="0"/>
              <a:t>2026-01-08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A3E40E-CD3E-2EFD-4D63-0D03D12AF4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2C23FB-8D6F-530A-5C73-14556680C4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1CA6EA-B9DD-48A9-8579-E6E490EB988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17161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1A2A83-3779-7278-10DB-02E35E053C54}"/>
              </a:ext>
            </a:extLst>
          </p:cNvPr>
          <p:cNvSpPr/>
          <p:nvPr/>
        </p:nvSpPr>
        <p:spPr>
          <a:xfrm>
            <a:off x="770563" y="667820"/>
            <a:ext cx="1654139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RTL</a:t>
            </a:r>
          </a:p>
          <a:p>
            <a:pPr algn="ctr"/>
            <a:r>
              <a:rPr lang="en-CA" dirty="0">
                <a:solidFill>
                  <a:schemeClr val="tx1"/>
                </a:solidFill>
              </a:rPr>
              <a:t>Generation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B98BAE-2B15-50AF-D5F8-7378C44C0074}"/>
              </a:ext>
            </a:extLst>
          </p:cNvPr>
          <p:cNvSpPr/>
          <p:nvPr/>
        </p:nvSpPr>
        <p:spPr>
          <a:xfrm>
            <a:off x="770562" y="2085654"/>
            <a:ext cx="1654139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Vivado</a:t>
            </a:r>
          </a:p>
          <a:p>
            <a:pPr algn="ctr"/>
            <a:r>
              <a:rPr lang="en-CA" dirty="0">
                <a:solidFill>
                  <a:schemeClr val="tx1"/>
                </a:solidFill>
              </a:rPr>
              <a:t>Execution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4F527A2-7117-35C5-F7B2-DA6ECB193F7E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1597632" y="1582220"/>
            <a:ext cx="1" cy="503434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78E66D85-3336-41AD-89A4-E71D1B118843}"/>
              </a:ext>
            </a:extLst>
          </p:cNvPr>
          <p:cNvSpPr/>
          <p:nvPr/>
        </p:nvSpPr>
        <p:spPr>
          <a:xfrm>
            <a:off x="770562" y="3503488"/>
            <a:ext cx="1654139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Data</a:t>
            </a:r>
          </a:p>
          <a:p>
            <a:pPr algn="ctr"/>
            <a:r>
              <a:rPr lang="en-CA" dirty="0">
                <a:solidFill>
                  <a:schemeClr val="tx1"/>
                </a:solidFill>
              </a:rPr>
              <a:t>Capture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08FE083-E8CE-02DA-8376-F8ED362E15FF}"/>
              </a:ext>
            </a:extLst>
          </p:cNvPr>
          <p:cNvCxnSpPr>
            <a:cxnSpLocks/>
            <a:endCxn id="10" idx="0"/>
          </p:cNvCxnSpPr>
          <p:nvPr/>
        </p:nvCxnSpPr>
        <p:spPr>
          <a:xfrm flipH="1">
            <a:off x="1597632" y="3000054"/>
            <a:ext cx="1" cy="503434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AEED722-5411-8729-9B01-E95E6735AC0E}"/>
              </a:ext>
            </a:extLst>
          </p:cNvPr>
          <p:cNvSpPr/>
          <p:nvPr/>
        </p:nvSpPr>
        <p:spPr>
          <a:xfrm>
            <a:off x="770562" y="4921322"/>
            <a:ext cx="1654139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Accuracy</a:t>
            </a:r>
          </a:p>
          <a:p>
            <a:pPr algn="ctr"/>
            <a:r>
              <a:rPr lang="en-CA" dirty="0">
                <a:solidFill>
                  <a:schemeClr val="tx1"/>
                </a:solidFill>
              </a:rPr>
              <a:t>Calculation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E2943F7-E094-3AD3-7E90-AD4703515C02}"/>
              </a:ext>
            </a:extLst>
          </p:cNvPr>
          <p:cNvCxnSpPr>
            <a:cxnSpLocks/>
            <a:endCxn id="12" idx="0"/>
          </p:cNvCxnSpPr>
          <p:nvPr/>
        </p:nvCxnSpPr>
        <p:spPr>
          <a:xfrm flipH="1">
            <a:off x="1597632" y="4417888"/>
            <a:ext cx="1" cy="503434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6387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Aleksander Berezowski</dc:creator>
  <cp:lastModifiedBy>Aleksander Berezowski</cp:lastModifiedBy>
  <cp:revision>1</cp:revision>
  <dcterms:created xsi:type="dcterms:W3CDTF">2026-01-08T19:53:59Z</dcterms:created>
  <dcterms:modified xsi:type="dcterms:W3CDTF">2026-01-08T19:54:10Z</dcterms:modified>
</cp:coreProperties>
</file>